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{{ReportDate}}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{{ReportA_Status}}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{{ReportB_Status}}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{{ReportA_Details}}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{{ReportB_Details}}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
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Violation marker present but thresholds healthy: {'Threshold1': 87, 'Threshold2': 88, 'Threshold3': 52, 'Threshold4': 89}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
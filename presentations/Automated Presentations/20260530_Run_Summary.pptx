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20260530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No violation marker detected (Step 1 Clean)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No violation marker detected (Step 1 Clean)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
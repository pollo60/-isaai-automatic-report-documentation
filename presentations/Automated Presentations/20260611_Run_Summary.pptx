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Violation marker present but thresholds healthy: {'Threshold1': 60, 'Threshold2': 84, 'Threshold3': 99, 'Threshold4': 83}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
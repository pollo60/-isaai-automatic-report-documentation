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Violation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Breached limits: Threshold4 (13 &lt; 50)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
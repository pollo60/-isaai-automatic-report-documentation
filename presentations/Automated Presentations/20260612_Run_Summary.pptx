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Violation marker present but thresholds healthy: {'Threshold1': 69, 'Threshold2': 65, 'Threshold3': 53, 'Threshold4': 65}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
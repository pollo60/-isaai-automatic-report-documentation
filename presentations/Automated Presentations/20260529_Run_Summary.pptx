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20260529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Violation marker present but thresholds healthy: {'Threshold1': 97, 'Threshold2': 67, 'Threshold3': 65, 'Threshold4': 64}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
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5B"/>
                </a:solidFill>
              </a:defRPr>
            </a:pPr>
            <a:r>
              <a:t>ISAAI Run Report: 20260603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66666"/>
                </a:solidFill>
              </a:defRPr>
            </a:pPr>
            <a:r>
              <a:t>Report A Validation Status: Pass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Report B Validation Status: Pass</a:t>
            </a:r>
          </a:p>
          <a:p>
            <a:br/>
            <a:pPr>
              <a:defRPr sz="1600">
                <a:solidFill>
                  <a:srgbClr val="666666"/>
                </a:solidFill>
              </a:defRPr>
            </a:pPr>
            <a:r>
              <a:t>Report A Details: Violation marker present but thresholds healthy: {'Threshold1': 68, 'Threshold2': 55, 'Threshold3': 64, 'Threshold4': 56}</a:t>
            </a: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Report B Details: No violation marker detected (Step 1 Clean)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
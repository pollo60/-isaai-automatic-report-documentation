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ISAAI Run Report &amp; Audit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summary of 30 simulated daily validation runs</a:t>
            </a:r>
          </a:p>
          <a:p>
            <a:r>
              <a:t>Generated on 2026-06-28 23:39:54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0335B"/>
                </a:solidFill>
              </a:defRPr>
            </a:pPr>
            <a:r>
              <a:t>Validation Run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 b="1">
                <a:solidFill>
                  <a:srgbClr val="00335B"/>
                </a:solidFill>
              </a:defRPr>
            </a:pPr>
            <a:r>
              <a:t>Total Inbound Runs Analyzed: 30</a:t>
            </a:r>
          </a:p>
          <a:p>
            <a:pPr>
              <a:defRPr sz="1800">
                <a:solidFill>
                  <a:srgbClr val="2E7D32"/>
                </a:solidFill>
              </a:defRPr>
            </a:pPr>
            <a:r>
              <a:t>• Happy Path (No violations detected): 20 (66.7%)</a:t>
            </a:r>
          </a:p>
          <a:p>
            <a:pPr>
              <a:defRPr sz="1800">
                <a:solidFill>
                  <a:srgbClr val="00508F"/>
                </a:solidFill>
              </a:defRPr>
            </a:pPr>
            <a:r>
              <a:t>• Warning (Violation marker present, thresholds pass): 7 (23.3%)</a:t>
            </a:r>
          </a:p>
          <a:p>
            <a:pPr>
              <a:defRPr sz="1800" b="1">
                <a:solidFill>
                  <a:srgbClr val="D9383A"/>
                </a:solidFill>
              </a:defRPr>
            </a:pPr>
            <a:r>
              <a:t>• Escalate / Exception (Violation marker present, threshold breached): 3 (10.0%)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335B"/>
                </a:solidFill>
              </a:defRPr>
            </a:pPr>
            <a:r>
              <a:t>Recent Run Ledger (Last 10 Runs)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828800"/>
                <a:gridCol w="1828800"/>
                <a:gridCol w="1828800"/>
              </a:tblGrid>
              <a:tr h="3740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Run ID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Report Date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Report Type A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Report Type B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Overall Status</a:t>
                      </a:r>
                    </a:p>
                  </a:txBody>
                  <a:tcPr>
                    <a:solidFill>
                      <a:srgbClr val="00335B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D9383A"/>
                          </a:solidFill>
                        </a:defRPr>
                      </a:pPr>
                      <a:r>
                        <a:t>Exception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508F"/>
                          </a:solidFill>
                        </a:defRPr>
                      </a:pPr>
                      <a:r>
                        <a:t>NoEscalation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508F"/>
                          </a:solidFill>
                        </a:defRPr>
                      </a:pPr>
                      <a:r>
                        <a:t>NoEscalation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  <a:tr h="37408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Run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20260606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E7D32"/>
                          </a:solidFill>
                        </a:defRPr>
                      </a:pPr>
                      <a:r>
                        <a:t>Happy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D9383A"/>
                </a:solidFill>
              </a:defRPr>
            </a:pPr>
            <a:r>
              <a:t>Exception Deep-Dive: Run 24 (20260621)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>
                <a:solidFill>
                  <a:srgbClr val="00335B"/>
                </a:solidFill>
              </a:defRPr>
            </a:pPr>
            <a:r>
              <a:t>Escalation triggered due to threshold breaches:</a:t>
            </a:r>
          </a:p>
          <a:p>
            <a:pPr>
              <a:defRPr sz="1600">
                <a:solidFill>
                  <a:srgbClr val="D9383A"/>
                </a:solidFill>
              </a:defRPr>
            </a:pPr>
            <a:r>
              <a:t>Report A status: Exception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Threshold1: 76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Threshold2: 81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Threshold3: 80 (Limit: 50) → Pass</a:t>
            </a:r>
          </a:p>
          <a:p>
            <a:pPr>
              <a:defRPr sz="1400">
                <a:solidFill>
                  <a:srgbClr val="D9383A"/>
                </a:solidFill>
              </a:defRPr>
            </a:pPr>
            <a:r>
              <a:t>   - Threshold4: 13 (Limit: 50) → BREACHED</a:t>
            </a:r>
          </a:p>
          <a:p>
            <a:br/>
            <a:pPr>
              <a:defRPr sz="1600">
                <a:solidFill>
                  <a:srgbClr val="2E7D32"/>
                </a:solidFill>
              </a:defRPr>
            </a:pPr>
            <a:r>
              <a:t>Report B status: Happy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D9383A"/>
                </a:solidFill>
              </a:defRPr>
            </a:pPr>
            <a:r>
              <a:t>Exception Deep-Dive: Run 26 (20260623)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>
                <a:solidFill>
                  <a:srgbClr val="00335B"/>
                </a:solidFill>
              </a:defRPr>
            </a:pPr>
            <a:r>
              <a:t>Escalation triggered due to threshold breaches:</a:t>
            </a:r>
          </a:p>
          <a:p>
            <a:pPr>
              <a:defRPr sz="1600">
                <a:solidFill>
                  <a:srgbClr val="2E7D32"/>
                </a:solidFill>
              </a:defRPr>
            </a:pPr>
            <a:r>
              <a:t>Report A status: Happy</a:t>
            </a:r>
          </a:p>
          <a:p>
            <a:br/>
            <a:pPr>
              <a:defRPr sz="1600">
                <a:solidFill>
                  <a:srgbClr val="D9383A"/>
                </a:solidFill>
              </a:defRPr>
            </a:pPr>
            <a:r>
              <a:t>Report B status: Exception</a:t>
            </a:r>
          </a:p>
          <a:p>
            <a:pPr>
              <a:defRPr sz="1400">
                <a:solidFill>
                  <a:srgbClr val="D9383A"/>
                </a:solidFill>
              </a:defRPr>
            </a:pPr>
            <a:r>
              <a:t>   - Threshold1: 21 (Limit: 50) → BREACHED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Threshold2: 60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Threshold3: 53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Threshold4: 82 (Limit: 50) →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D9383A"/>
                </a:solidFill>
              </a:defRPr>
            </a:pPr>
            <a:r>
              <a:t>Exception Deep-Dive: Run 4 (20260601)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1">
                <a:solidFill>
                  <a:srgbClr val="00335B"/>
                </a:solidFill>
              </a:defRPr>
            </a:pPr>
            <a:r>
              <a:t>Escalation triggered due to threshold breaches:</a:t>
            </a:r>
          </a:p>
          <a:p>
            <a:pPr>
              <a:defRPr sz="1600">
                <a:solidFill>
                  <a:srgbClr val="2E7D32"/>
                </a:solidFill>
              </a:defRPr>
            </a:pPr>
            <a:r>
              <a:t>Report A status: Happy</a:t>
            </a:r>
          </a:p>
          <a:p>
            <a:br/>
            <a:pPr>
              <a:defRPr sz="1600">
                <a:solidFill>
                  <a:srgbClr val="D9383A"/>
                </a:solidFill>
              </a:defRPr>
            </a:pPr>
            <a:r>
              <a:t>Report B status: Exception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Threshold1: 72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Threshold2: 88 (Limit: 50) → Pass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   - Threshold3: 66 (Limit: 50) → Pass</a:t>
            </a:r>
          </a:p>
          <a:p>
            <a:pPr>
              <a:defRPr sz="1400">
                <a:solidFill>
                  <a:srgbClr val="D9383A"/>
                </a:solidFill>
              </a:defRPr>
            </a:pPr>
            <a:r>
              <a:t>   - Threshold4: 44 (Limit: 50) → BREACHED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
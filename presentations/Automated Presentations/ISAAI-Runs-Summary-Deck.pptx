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ISAAI Run Report &amp; Audit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summary of 15 simulated daily validation runs</a:t>
            </a:r>
          </a:p>
          <a:p>
            <a:r>
              <a:t>Generated on 2026-06-25 13:52:20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5B"/>
                </a:solidFill>
              </a:defRPr>
            </a:pPr>
            <a:r>
              <a:t>Validation Run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00335B"/>
                </a:solidFill>
              </a:defRPr>
            </a:pPr>
            <a:r>
              <a:t>Total Inbound Runs Analyzed: 15</a:t>
            </a:r>
          </a:p>
          <a:p>
            <a:pPr>
              <a:defRPr sz="1800">
                <a:solidFill>
                  <a:srgbClr val="2E7D32"/>
                </a:solidFill>
              </a:defRPr>
            </a:pPr>
            <a:r>
              <a:t>• Happy Path (No violations detected): 10 (66.7%)</a:t>
            </a:r>
          </a:p>
          <a:p>
            <a:pPr>
              <a:defRPr sz="1800">
                <a:solidFill>
                  <a:srgbClr val="00508F"/>
                </a:solidFill>
              </a:defRPr>
            </a:pPr>
            <a:r>
              <a:t>• Warning (Violation marker present, thresholds pass): 3 (20.0%)</a:t>
            </a:r>
          </a:p>
          <a:p>
            <a:pPr>
              <a:defRPr sz="1800" b="1">
                <a:solidFill>
                  <a:srgbClr val="D9383A"/>
                </a:solidFill>
              </a:defRPr>
            </a:pPr>
            <a:r>
              <a:t>• Escalate / Exception (Violation marker present, threshold breached): 2 (13.3%)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5B"/>
                </a:solidFill>
              </a:defRPr>
            </a:pPr>
            <a:r>
              <a:t>Recent Run Ledger (Last 10 Runs)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828800"/>
                <a:gridCol w="1828800"/>
                <a:gridCol w="18288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Run ID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Report Type A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Report Type B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Overall Status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508F"/>
                          </a:solidFill>
                        </a:defRPr>
                      </a:pPr>
                      <a:r>
                        <a:t>NoEscalation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508F"/>
                          </a:solidFill>
                        </a:defRPr>
                      </a:pPr>
                      <a:r>
                        <a:t>NoEscalation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508F"/>
                          </a:solidFill>
                        </a:defRPr>
                      </a:pPr>
                      <a:r>
                        <a:t>NoEscalation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508F"/>
                          </a:solidFill>
                        </a:defRPr>
                      </a:pPr>
                      <a:r>
                        <a:t>NoEscalation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Run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20260618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E7D32"/>
                          </a:solidFill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D9383A"/>
                </a:solidFill>
              </a:defRPr>
            </a:pPr>
            <a:r>
              <a:t>Exception Deep-Dive: Run 5 (20260614)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335B"/>
                </a:solidFill>
              </a:defRPr>
            </a:pPr>
            <a:r>
              <a:t>Escalation triggered due to threshold breaches:</a:t>
            </a:r>
          </a:p>
          <a:p>
            <a:pPr>
              <a:defRPr sz="1600">
                <a:solidFill>
                  <a:srgbClr val="2E7D32"/>
                </a:solidFill>
              </a:defRPr>
            </a:pPr>
            <a:r>
              <a:t>Report A status: Happy</a:t>
            </a:r>
          </a:p>
          <a:p>
            <a:br/>
            <a:pPr>
              <a:defRPr sz="1600">
                <a:solidFill>
                  <a:srgbClr val="D9383A"/>
                </a:solidFill>
              </a:defRPr>
            </a:pPr>
            <a:r>
              <a:t>Report B status: Exception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- Threshold1: 52 (Limit: 50) → Pass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 - Threshold2: 40 (Limit: 50) → BREACHED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- Threshold3: 78 (Limit: 50) → Pass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- Threshold4: 69 (Limit: 50) →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D9383A"/>
                </a:solidFill>
              </a:defRPr>
            </a:pPr>
            <a:r>
              <a:t>Exception Deep-Dive: Run 9 (20260618)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335B"/>
                </a:solidFill>
              </a:defRPr>
            </a:pPr>
            <a:r>
              <a:t>Escalation triggered due to threshold breaches:</a:t>
            </a:r>
          </a:p>
          <a:p>
            <a:pPr>
              <a:defRPr sz="1600">
                <a:solidFill>
                  <a:srgbClr val="D9383A"/>
                </a:solidFill>
              </a:defRPr>
            </a:pPr>
            <a:r>
              <a:t>Report A status: Exception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- Threshold1: 59 (Limit: 50) → Pass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 - Threshold2: 34 (Limit: 50) → BREACHED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- Threshold3: 73 (Limit: 50) → Pass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- Threshold4: 81 (Limit: 50) → Pass</a:t>
            </a:r>
          </a:p>
          <a:p>
            <a:br/>
            <a:pPr>
              <a:defRPr sz="1600">
                <a:solidFill>
                  <a:srgbClr val="2E7D32"/>
                </a:solidFill>
              </a:defRPr>
            </a:pPr>
            <a:r>
              <a:t>Report B status: Happy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